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20640" y="0"/>
            <a:ext cx="64008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57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CCAA"/>
                </a:solidFill>
              </a:rPr>
              <a:t>赛题 5  ·  开放赛题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09728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地质记忆·文明溯源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28600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EEDD"/>
                </a:solidFill>
              </a:rPr>
              <a:t>泥河湾遗址的数字化
保护与传播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3657600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D4AF37"/>
                </a:solidFill>
              </a:rPr>
              <a:t>河北 · 张家口 · 阳原县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233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CCAA"/>
                </a:solidFill>
              </a:rPr>
              <a:t>距今166万年  东亚最早人类活动遗址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0350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C8866"/>
                </a:solidFill>
              </a:rPr>
              <a:t>第三届中国研究生文化中国两创大赛 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28600"/>
            <a:ext cx="6492240" cy="47548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13248" y="292608"/>
            <a:ext cx="6364224" cy="46268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19" y="20574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79" y="2560320"/>
            <a:ext cx="6309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泥河湾遗址全景图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79" y="2971800"/>
            <a:ext cx="63093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建议：遗址发掘现场航拍图
或地质地层剖面照片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5212080"/>
            <a:ext cx="2011680" cy="621792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4960" y="52303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数字三维复原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7808" y="5212080"/>
            <a:ext cx="2011680" cy="621792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07808" y="52303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VR时空穿越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0656" y="5212080"/>
            <a:ext cx="2011680" cy="621792"/>
          </a:xfrm>
          <a:prstGeom prst="rect">
            <a:avLst/>
          </a:prstGeom>
          <a:solidFill>
            <a:srgbClr val="F5EC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0656" y="5230368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C02020"/>
                </a:solidFill>
              </a:rPr>
              <a:t>地质文化科普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泥河湾  ·  中华文明的地质摇篮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166万年前 · 东亚最早人类 · 河北张家口阳原县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858000" cy="52120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52728"/>
            <a:ext cx="6729984" cy="50840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泥河湾盆地地质地层剖面图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展示泥河湾层的典型剖面
颜色分层代表不同地质年代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234440"/>
            <a:ext cx="4206240" cy="1188720"/>
          </a:xfrm>
          <a:prstGeom prst="rect">
            <a:avLst/>
          </a:prstGeom>
          <a:solidFill>
            <a:srgbClr val="FFF2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07592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2020"/>
                </a:solidFill>
              </a:rPr>
              <a:t>166万年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892808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马圈沟遗址石器年代
东亚迄今最早人类活动证据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89520" y="2578608"/>
            <a:ext cx="4206240" cy="1188720"/>
          </a:xfrm>
          <a:prstGeom prst="rect">
            <a:avLst/>
          </a:prstGeom>
          <a:solidFill>
            <a:srgbClr val="FFF2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2020"/>
                </a:solidFill>
              </a:rPr>
              <a:t>200+处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36976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盆地内已发现旧石器
遗址数量，密度全球罕见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3922776"/>
            <a:ext cx="4206240" cy="1188720"/>
          </a:xfrm>
          <a:prstGeom prst="rect">
            <a:avLst/>
          </a:prstGeom>
          <a:solidFill>
            <a:srgbClr val="FFF2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0" y="3995928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2020"/>
                </a:solidFill>
              </a:rPr>
              <a:t>古湖泊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581144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古泥河湾湖孕育早期人类
温暖湿润的地质环境是关键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5266944"/>
            <a:ext cx="4206240" cy="1188720"/>
          </a:xfrm>
          <a:prstGeom prst="rect">
            <a:avLst/>
          </a:prstGeom>
          <a:solidFill>
            <a:srgbClr val="FFF2E5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0" y="5340096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C02020"/>
                </a:solidFill>
              </a:rPr>
              <a:t>世界级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925312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2C2C"/>
                </a:solidFill>
              </a:rPr>
              <a:t>与非洲奥杜威峡谷齐名
被誉为"东方人类故乡"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地质环境  如何孕育了最早的东亚人类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古气候 · 古湖泊 · 古生态 · 人类选择在这里生存的理由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103120"/>
            <a:ext cx="2560320" cy="1828800"/>
          </a:xfrm>
          <a:prstGeom prst="rect">
            <a:avLst/>
          </a:prstGeom>
          <a:solidFill>
            <a:srgbClr val="FFF0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03120"/>
            <a:ext cx="256032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古湖泊
形成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泥河湾盆地断陷
形成大型古湖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88920"/>
            <a:ext cx="320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2103120"/>
            <a:ext cx="2560320" cy="1828800"/>
          </a:xfrm>
          <a:prstGeom prst="rect">
            <a:avLst/>
          </a:prstGeom>
          <a:solidFill>
            <a:srgbClr val="FFF0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2103120"/>
            <a:ext cx="256032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21214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温暖湿润
气候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湖岸水草丰美
动物资源丰富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79" y="2788920"/>
            <a:ext cx="320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2103120"/>
            <a:ext cx="2560320" cy="1828800"/>
          </a:xfrm>
          <a:prstGeom prst="rect">
            <a:avLst/>
          </a:prstGeom>
          <a:solidFill>
            <a:srgbClr val="FFF0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2103120"/>
            <a:ext cx="256032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214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早期人类
迁入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166万年前
先民在此定居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2788920"/>
            <a:ext cx="320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D4AF37"/>
                </a:solidFill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98280" y="2103120"/>
            <a:ext cx="2560320" cy="1828800"/>
          </a:xfrm>
          <a:prstGeom prst="rect">
            <a:avLst/>
          </a:prstGeom>
          <a:solidFill>
            <a:srgbClr val="FFF0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98280" y="2103120"/>
            <a:ext cx="2560320" cy="50292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2121408"/>
            <a:ext cx="2560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石器文化
诞生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69748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打制石器技术
华北文化源头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1143000"/>
            <a:ext cx="11457432" cy="8686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9768" y="1207008"/>
            <a:ext cx="11329415" cy="7406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74436" y="10287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15316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泥河湾古湖泊复原示意图 / 遗址出土石器与化石图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19431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建议横幅图：古湖景观复原画 或 马圈沟遗址出土文物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114800"/>
            <a:ext cx="11457432" cy="1005840"/>
          </a:xfrm>
          <a:prstGeom prst="rect">
            <a:avLst/>
          </a:prstGeom>
          <a:solidFill>
            <a:srgbClr val="F8F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114800"/>
            <a:ext cx="11457432" cy="36576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224528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2020"/>
                </a:solidFill>
              </a:rPr>
              <a:t>结论：泥河湾的地质记录，就是中华文明起源的自然档案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470916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C2C2C"/>
                </a:solidFill>
              </a:rPr>
              <a:t>读懂地层，就是读懂祖先选择在这片土地上生息繁衍的理由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数字化解决方案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三维复原 · VR穿越 · 数字博物馆  — 让166万年前的景象重现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3657600" cy="278892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52728"/>
            <a:ext cx="3529584" cy="2660903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20345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374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三维地质复原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489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遗址地层3D建模效果图
或古湖泊数字复原渲染图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4005072"/>
            <a:ext cx="3657600" cy="43891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0233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三维地质复原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526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精准复原古地貌景观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可视化地层年代关系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6986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展示石器出土空间位置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188720"/>
            <a:ext cx="3657600" cy="278892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61688" y="1252728"/>
            <a:ext cx="3529584" cy="2660903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06440" y="20345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5374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VR时空穿越体验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9489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VR头盔中看到的166万年前
泥河湾古湖泊景象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4005072"/>
            <a:ext cx="3657600" cy="43891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0" y="40233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VR时空穿越体验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526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身临其境感受祖先环境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与虚拟先民互动体验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576986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科学严谨的场景重建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188720"/>
            <a:ext cx="3657600" cy="278892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93608" y="1252728"/>
            <a:ext cx="3529584" cy="2660903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38360" y="203454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5374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数字博物馆平台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9489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线上博物馆界面截图
展示文物高清3D模型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4005072"/>
            <a:ext cx="3657600" cy="438912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402336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数字博物馆平台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5262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文物高清3D展示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51480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地质科普交互图文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576986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▸  面向全球开放访问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数字复原成果展示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166万年前的泥河湾 · 在数字世界重新可见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7132320" cy="52120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52728"/>
            <a:ext cx="7004304" cy="50840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32461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泥河湾古环境数字复原主图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6949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核心图：古湖泊全景+早期人类活动场景复原渲染图
（建议委托美工或用AI绘图生成）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188720"/>
            <a:ext cx="4114800" cy="242316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90688" y="1252728"/>
            <a:ext cx="3986784" cy="229514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64040" y="185166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23545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马圈沟出土石器文物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19" y="276606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高清文物照片
或3D扫描模型截图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3840480"/>
            <a:ext cx="4114800" cy="256032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90688" y="3904488"/>
            <a:ext cx="3986784" cy="2432303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457200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19" y="507492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地质地层与考古层位对应图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19" y="548640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将地质年代与人类活动
在同一图表中可视化展示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应用场景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科普教育 · 文化旅游 · 学术研究 · 国际传播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5577840" cy="20116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1234440"/>
            <a:ext cx="5449824" cy="18836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627631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3055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科普教育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420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中小学生参观遗址博物馆
或课堂使用VR体验图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182112"/>
            <a:ext cx="557784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0040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科普教育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2278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DCC"/>
                </a:solidFill>
              </a:rPr>
              <a:t>青少年通过VR
亲历166万年前的祖先世界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170432"/>
            <a:ext cx="5577840" cy="20116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27648" y="1234440"/>
            <a:ext cx="5449824" cy="18836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1627631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13055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文化旅游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5420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泥河湾遗址公园旅游场景
游客使用AR导览图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3182112"/>
            <a:ext cx="557784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20040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文化旅游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2278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DCC"/>
                </a:solidFill>
              </a:rPr>
              <a:t>遗址公园AR导览
让游客读懂脚下的历史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13632"/>
            <a:ext cx="5577840" cy="20116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" y="3977640"/>
            <a:ext cx="5449824" cy="18836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39" y="43708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87375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学术研究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852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科研人员使用3D地质
数据平台工作截图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925312"/>
            <a:ext cx="557784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学术研究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9710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DCC"/>
                </a:solidFill>
              </a:rPr>
              <a:t>三维数字平台
支撑地质与考古跨学科研究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913632"/>
            <a:ext cx="5577840" cy="2011680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27648" y="3977640"/>
            <a:ext cx="5449824" cy="188366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32520" y="43708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87375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国际传播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5285232"/>
            <a:ext cx="5394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海外博物馆展览
或国际学术会议展示图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5925312"/>
            <a:ext cx="5577840" cy="566928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55080" y="5943600"/>
            <a:ext cx="22860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国际传播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5971032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DDCC"/>
                </a:solidFill>
              </a:rPr>
              <a:t>向世界讲述
中华文明起源的地质故事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社会价值与意义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71323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DDCC"/>
                </a:solidFill>
              </a:rPr>
              <a:t>文化自信 · 科学传播 · 遗产保护 · 文明互鉴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331720"/>
          </a:xfrm>
          <a:prstGeom prst="rect">
            <a:avLst/>
          </a:prstGeom>
          <a:solidFill>
            <a:srgbClr val="FFF5EA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5577840" cy="54864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02020"/>
                </a:solidFill>
              </a:rPr>
              <a:t>坚定文化自信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920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166万年的人类活动证据
证明中华文明根脉深厚
数字化让更多人看见这段历史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2331720"/>
          </a:xfrm>
          <a:prstGeom prst="rect">
            <a:avLst/>
          </a:prstGeom>
          <a:solidFill>
            <a:srgbClr val="FFF5EA"/>
          </a:solidFill>
          <a:ln w="19050">
            <a:solidFill>
              <a:srgbClr val="8B6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5577840" cy="54864"/>
          </a:xfrm>
          <a:prstGeom prst="rect">
            <a:avLst/>
          </a:prstGeom>
          <a:solidFill>
            <a:srgbClr val="8B6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2588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6020"/>
                </a:solidFill>
              </a:rPr>
              <a:t>科学与文化融合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9202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地质科学与人文历史跨界
用严谨的科学语言
讲述生动的文明故事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39"/>
            <a:ext cx="5577840" cy="2331720"/>
          </a:xfrm>
          <a:prstGeom prst="rect">
            <a:avLst/>
          </a:prstGeom>
          <a:solidFill>
            <a:srgbClr val="FFF5EA"/>
          </a:solidFill>
          <a:ln w="19050">
            <a:solidFill>
              <a:srgbClr val="8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749039"/>
            <a:ext cx="5577840" cy="54864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0000"/>
                </a:solidFill>
              </a:rPr>
              <a:t>遗产数字保护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59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自然营力持续侵蚀遗址
数字技术永久留存
不可再生的文化遗产信息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49039"/>
            <a:ext cx="5577840" cy="2331720"/>
          </a:xfrm>
          <a:prstGeom prst="rect">
            <a:avLst/>
          </a:prstGeom>
          <a:solidFill>
            <a:srgbClr val="FFF5EA"/>
          </a:solidFill>
          <a:ln w="19050">
            <a:solidFill>
              <a:srgbClr val="6B5B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3749039"/>
            <a:ext cx="5577840" cy="54864"/>
          </a:xfrm>
          <a:prstGeom prst="rect">
            <a:avLst/>
          </a:prstGeom>
          <a:solidFill>
            <a:srgbClr val="6B5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8620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5B45"/>
                </a:solidFill>
              </a:rPr>
              <a:t>推动文明互鉴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480559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2C2C"/>
                </a:solidFill>
              </a:rPr>
              <a:t>与非洲奥杜威峡谷对话
展示人类共同起源故事
贡献中国考古学国际视野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C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</a:rPr>
              <a:t>地质记忆·文明溯源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1457432" cy="3977639"/>
          </a:xfrm>
          <a:prstGeom prst="rect">
            <a:avLst/>
          </a:prstGeom>
          <a:solidFill>
            <a:srgbClr val="F2EBDE"/>
          </a:solidFill>
          <a:ln w="12700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29768" y="1069848"/>
            <a:ext cx="11329415" cy="3849624"/>
          </a:xfrm>
          <a:prstGeom prst="rect">
            <a:avLst/>
          </a:prstGeom>
          <a:noFill/>
          <a:ln w="9525">
            <a:solidFill>
              <a:srgbClr val="C89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74436" y="2446020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89640"/>
                </a:solidFill>
              </a:rPr>
              <a:t>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4894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02020"/>
                </a:solidFill>
              </a:rPr>
              <a:t>泥河湾 · 结语大图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604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建议：遗址黄昏全景图，或数字复原与真实遗址的对比图
视觉冲击力最强的一张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512064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5157216"/>
            <a:ext cx="12188952" cy="1426464"/>
          </a:xfrm>
          <a:prstGeom prst="rect">
            <a:avLst/>
          </a:prstGeom>
          <a:solidFill>
            <a:srgbClr val="FFF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5248656"/>
            <a:ext cx="3566160" cy="841248"/>
          </a:xfrm>
          <a:prstGeom prst="rect">
            <a:avLst/>
          </a:prstGeom>
          <a:solidFill>
            <a:srgbClr val="FFEE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526694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2020"/>
                </a:solidFill>
              </a:rPr>
              <a:t>读懂地层  ·  读懂祖先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5248656"/>
            <a:ext cx="3566160" cy="841248"/>
          </a:xfrm>
          <a:prstGeom prst="rect">
            <a:avLst/>
          </a:prstGeom>
          <a:solidFill>
            <a:srgbClr val="FFEE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526694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2020"/>
                </a:solidFill>
              </a:rPr>
              <a:t>数字技术  ·  让历史可见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5248656"/>
            <a:ext cx="3566160" cy="841248"/>
          </a:xfrm>
          <a:prstGeom prst="rect">
            <a:avLst/>
          </a:prstGeom>
          <a:solidFill>
            <a:srgbClr val="FFEEE0"/>
          </a:solidFill>
          <a:ln w="19050">
            <a:solidFill>
              <a:srgbClr val="C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5266944"/>
            <a:ext cx="35661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C02020"/>
                </a:solidFill>
              </a:rPr>
              <a:t>中华文明  ·  根脉永续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